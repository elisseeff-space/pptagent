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271" y="685800"/>
            <a:ext cx="209900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0D4FF">
                    <a:alpha val="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285750" y="295275"/>
            <a:ext cx="7620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5275" y="285750"/>
            <a:ext cx="0" cy="76200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44250" y="295275"/>
            <a:ext cx="7620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96725" y="285750"/>
            <a:ext cx="0" cy="76200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750" y="6562725"/>
            <a:ext cx="7620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5275" y="5810250"/>
            <a:ext cx="0" cy="76200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96725" y="5810250"/>
            <a:ext cx="0" cy="76200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44250" y="6562725"/>
            <a:ext cx="7620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806" y="2505075"/>
            <a:ext cx="10816388" cy="1047750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12700" dir="16200000">
              <a:srgbClr val="00d4ff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PAVEL HELLO WORLD</a:t>
            </a:r>
            <a:endParaRPr lang="en-US" sz="7200" dirty="0"/>
          </a:p>
        </p:txBody>
      </p:sp>
      <p:pic>
        <p:nvPicPr>
          <p:cNvPr id="12" name="Image 0" descr="/tmp/html2pptx-RY12rp/html2pptx-bg-1777636182623-1a74e94c684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3743325"/>
            <a:ext cx="1905000" cy="571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7806" y="4086225"/>
            <a:ext cx="10816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WELCOME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501783" y="5095875"/>
            <a:ext cx="1748942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00D4FF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</a:t>
            </a:r>
            <a:endParaRPr lang="en-US" sz="7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2026-05-01T11:49:42Z</dcterms:created>
  <dcterms:modified xsi:type="dcterms:W3CDTF">2026-05-01T11:49:42Z</dcterms:modified>
</cp:coreProperties>
</file>