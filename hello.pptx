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944169" y="2990850"/>
            <a:ext cx="4303663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33333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Hello World</a:t>
            </a:r>
            <a:endParaRPr lang="en-US" sz="6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DeepPresenter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DeepPresenter Presentation</dc:title>
  <dc:subject/>
  <dc:creator>DeepPresenter</dc:creator>
  <cp:lastModifiedBy>DeepPresenter</cp:lastModifiedBy>
  <cp:revision>1</cp:revision>
  <dcterms:created xsi:type="dcterms:W3CDTF">2026-04-29T18:53:05Z</dcterms:created>
  <dcterms:modified xsi:type="dcterms:W3CDTF">2026-04-29T18:53:05Z</dcterms:modified>
</cp:coreProperties>
</file>